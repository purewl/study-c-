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主张：这份材料把 Luna 测试工装当前发现的 9 项问题一次性归拢清楚。</a:t>
            </a:r>
          </a:p>
          <a:p>
            <a:r>
              <a:t>支撑：9 项问题按进出料定位、压合配合、结构工艺三大类归类，每项都有独立编号与现象描述，方便逐条跟踪。</a:t>
            </a:r>
          </a:p>
          <a:p>
            <a:r>
              <a:t>过渡：先看总览页，了解问题全貌与分类。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主张：9 项问题并不零散，按发生环节可以归为三类。</a:t>
            </a:r>
          </a:p>
          <a:p>
            <a:r>
              <a:t>支撑：A 类 3 项影响进出料与定位，B 类 3 项影响压合与销钉配合，C 类 3 项属于结构设计与加工工艺缺陷，各类问题相互独立、覆盖全部 9 项。</a:t>
            </a:r>
          </a:p>
          <a:p>
            <a:r>
              <a:t>过渡：逐类看细节，先看 A 类进出料与定位稳定性。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主张：进出料环节有 3 个问题，集中在载具与前推腔体工装。</a:t>
            </a:r>
          </a:p>
          <a:p>
            <a:r>
              <a:t>支撑：Q1 载具前端无阻挡导致产品进出跑偏，Q2 零漏/标漏固定不稳进出易掉出，Q6 前推腔体销钉与定位孔高度不齐，三者都直接影响进出料节拍与定位精度。</a:t>
            </a:r>
          </a:p>
          <a:p>
            <a:r>
              <a:t>过渡：第二类看压合与销钉配合。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主张：压合与配合环节有 3 个问题，集中在销钉和衬套。</a:t>
            </a:r>
          </a:p>
          <a:p>
            <a:r>
              <a:t>支撑：Q4 压块销钉过短导致压合定位不可靠，Q5 大障板衬套与载具前端销钉配合卡塞，Q9 衬套安装孔偏浅装不平，影响压合可靠性与装配顺畅度。</a:t>
            </a:r>
          </a:p>
          <a:p>
            <a:r>
              <a:t>过渡：第三类是结构设计与加工工艺缺陷。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主张：结构设计与加工工艺环节有 3 个问题。</a:t>
            </a:r>
          </a:p>
          <a:p>
            <a:r>
              <a:t>支撑：Q3 硅胶安装块倒角不足安装时挤裂硅胶导致漏气，Q7 小气缸传感器缺出线孔，Q8 螺丝孔开裂影响紧固可靠性，三者影响装配良率与工装寿命。</a:t>
            </a:r>
          </a:p>
          <a:p>
            <a:r>
              <a:t>过渡：最后看整改方向与下一步安排。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主张：三类问题均可闭环整改，建议按优先级推进。</a:t>
            </a:r>
          </a:p>
          <a:p>
            <a:r>
              <a:t>支撑：A 类优先解决进出料与定位结构，B/C 类并行推进，整改方向已按问题逐项给出，不新增超出问题范围的内容。</a:t>
            </a:r>
          </a:p>
          <a:p>
            <a:r>
              <a:t>过渡：请工程团队评审排期，确认责任人与完成时间后逐项落实并复测。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FB4C8"/>
                </a:solidFill>
                <a:latin typeface="Microsoft YaHei"/>
                <a:ea typeface="Microsoft YaHei"/>
              </a:rPr>
              <a:t>瑞声科技 · AAC  测试工程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88920"/>
            <a:ext cx="2011680" cy="64008"/>
          </a:xfrm>
          <a:prstGeom prst="rect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Luna 测试工装问题点汇总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7E1EA"/>
                </a:solidFill>
                <a:latin typeface="Microsoft YaHei"/>
                <a:ea typeface="Microsoft YaHei"/>
              </a:rPr>
              <a:t>9 项问题分类梳理 · 覆盖进出料定位 / 压合配合 / 结构工艺三大类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4C8"/>
                </a:solidFill>
                <a:latin typeface="Microsoft YaHei"/>
                <a:ea typeface="Microsoft YaHei"/>
              </a:rPr>
              <a:t>整理日期：2026-10-19      状态：问题汇总 · 待整改闭环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</a:rPr>
              <a:t>共 9 项问题，按 3 大类归类，每类 3 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6E"/>
                </a:solidFill>
                <a:latin typeface="Microsoft YaHei"/>
                <a:ea typeface="Microsoft YaHei"/>
              </a:rPr>
              <a:t>进出料与定位 3 项  ·  压合与销钉配合 3 项  ·  结构与加工工艺 3 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3977639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20440" cy="658368"/>
          </a:xfrm>
          <a:prstGeom prst="roundRect">
            <a:avLst>
              <a:gd name="adj" fmla="val 14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A · 进出料与定位稳定性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615184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</a:rPr>
              <a:t>产品进出易跑偏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926079"/>
            <a:ext cx="2377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46E"/>
                </a:solidFill>
                <a:latin typeface="Microsoft YaHei"/>
                <a:ea typeface="Microsoft YaHei"/>
              </a:rPr>
              <a:t>载具前面无阻挡，进出时易跑偏，硅胶偶尔带出产品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75887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639311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</a:rPr>
              <a:t>零漏/标漏固定不稳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3950207"/>
            <a:ext cx="2377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46E"/>
                </a:solidFill>
                <a:latin typeface="Microsoft YaHei"/>
                <a:ea typeface="Microsoft YaHei"/>
              </a:rPr>
              <a:t>测试工位内固定不稳，进出时容易掉出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00016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Q6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663440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</a:rPr>
              <a:t>销钉与定位孔高度不齐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4974336"/>
            <a:ext cx="2377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46E"/>
                </a:solidFill>
                <a:latin typeface="Microsoft YaHei"/>
                <a:ea typeface="Microsoft YaHei"/>
              </a:rPr>
              <a:t>前推腔体 2 个小销钉与产品工装 2 个定位孔不在同一水平高度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5833872"/>
            <a:ext cx="3063240" cy="13716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92531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730C"/>
                </a:solidFill>
                <a:latin typeface="Microsoft YaHei"/>
                <a:ea typeface="Microsoft YaHei"/>
              </a:rPr>
              <a:t>影响进出料节拍与定位精度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783080"/>
            <a:ext cx="3520440" cy="3977639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34256" y="1783080"/>
            <a:ext cx="3520440" cy="658368"/>
          </a:xfrm>
          <a:prstGeom prst="roundRect">
            <a:avLst>
              <a:gd name="adj" fmla="val 14000"/>
            </a:avLst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B · 压合与销钉配合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62856" y="265176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2615184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</a:rPr>
              <a:t>压块销钉过短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2926079"/>
            <a:ext cx="2377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46E"/>
                </a:solidFill>
                <a:latin typeface="Microsoft YaHei"/>
                <a:ea typeface="Microsoft YaHei"/>
              </a:rPr>
              <a:t>压块与载具压合时，压块上销钉过短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62856" y="3675887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Q5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3639311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</a:rPr>
              <a:t>衬套与销钉配合卡塞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3950207"/>
            <a:ext cx="2377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46E"/>
                </a:solidFill>
                <a:latin typeface="Microsoft YaHei"/>
                <a:ea typeface="Microsoft YaHei"/>
              </a:rPr>
              <a:t>大障板衬套与测试载具前端销钉配合时卡塞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62856" y="4700016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Q9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4663440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</a:rPr>
              <a:t>衬套安装孔偏浅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4974336"/>
            <a:ext cx="2377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46E"/>
                </a:solidFill>
                <a:latin typeface="Microsoft YaHei"/>
                <a:ea typeface="Microsoft YaHei"/>
              </a:rPr>
              <a:t>大障板衬套安装孔偏浅，无法装平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62856" y="5833872"/>
            <a:ext cx="3063240" cy="13716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2856" y="592531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5A88"/>
                </a:solidFill>
                <a:latin typeface="Microsoft YaHei"/>
                <a:ea typeface="Microsoft YaHei"/>
              </a:rPr>
              <a:t>影响压合可靠性与装配顺畅度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1783080"/>
            <a:ext cx="3520440" cy="3977639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28431" y="1783080"/>
            <a:ext cx="3520440" cy="658368"/>
          </a:xfrm>
          <a:prstGeom prst="roundRect">
            <a:avLst>
              <a:gd name="adj" fmla="val 14000"/>
            </a:avLst>
          </a:prstGeom>
          <a:solidFill>
            <a:srgbClr val="4C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C · 结构与加工工艺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57031" y="265176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4C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Q3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5984" y="2615184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</a:rPr>
              <a:t>硅胶安装块倒角不足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2926079"/>
            <a:ext cx="2377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46E"/>
                </a:solidFill>
                <a:latin typeface="Microsoft YaHei"/>
                <a:ea typeface="Microsoft YaHei"/>
              </a:rPr>
              <a:t>口部倒角不够，安装时易将硅胶挤裂导致漏气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57031" y="3675887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4C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Q7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5984" y="3639311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</a:rPr>
              <a:t>传感器无出线孔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15984" y="3950207"/>
            <a:ext cx="2377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46E"/>
                </a:solidFill>
                <a:latin typeface="Microsoft YaHei"/>
                <a:ea typeface="Microsoft YaHei"/>
              </a:rPr>
              <a:t>测试载具小气缸传感器没有出线孔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57031" y="4700016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4C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Q8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5984" y="4663440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</a:rPr>
              <a:t>螺丝孔开裂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5984" y="4974336"/>
            <a:ext cx="2377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46E"/>
                </a:solidFill>
                <a:latin typeface="Microsoft YaHei"/>
                <a:ea typeface="Microsoft YaHei"/>
              </a:rPr>
              <a:t>测试载具上的螺丝孔存在开裂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57031" y="5833872"/>
            <a:ext cx="3063240" cy="13716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57031" y="592531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C7A34"/>
                </a:solidFill>
                <a:latin typeface="Microsoft YaHei"/>
                <a:ea typeface="Microsoft YaHei"/>
              </a:rPr>
              <a:t>影响装配良率与工装寿命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3AC"/>
                </a:solidFill>
                <a:latin typeface="Microsoft YaHei"/>
                <a:ea typeface="Microsoft YaHei"/>
              </a:rPr>
              <a:t>说明：问题编号为整理序号；各问题对应工装实拍图见后续详情页。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Luna 测试工装问题点汇总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6473952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问题总览  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24F"/>
                </a:solidFill>
                <a:latin typeface="Microsoft YaHei"/>
                <a:ea typeface="Microsoft YaHei"/>
              </a:rPr>
              <a:t>进出料与定位稳定性：3 项问题集中于载具进出与销钉定位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46E"/>
                </a:solidFill>
                <a:latin typeface="Microsoft YaHei"/>
                <a:ea typeface="Microsoft YaHei"/>
              </a:rPr>
              <a:t>A 类 · 涉及测试工位载具、零漏/标漏放置与前推腔体工装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105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产品进出易跑偏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9424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测试工位载具前面无阻挡，产品进出时容易跑偏；偶尔硅胶会把产品吸住并带出。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7977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位置：测试工位载具前端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18688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40156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832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零漏/标漏固定不稳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零漏和标漏在测试工位内固定不稳，进出时容易掉出。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5254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位置：测试工位零漏 / 标漏放置位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91456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974336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Q6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9560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销钉与定位孔高度不齐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前推腔体工装前的 2 个小销钉与固定产品工装上的 2 个定位孔不在同一水平高度。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2531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位置：前推腔体工装与产品工装配合处</a:t>
            </a:r>
          </a:p>
        </p:txBody>
      </p:sp>
      <p:pic>
        <p:nvPicPr>
          <p:cNvPr id="22" name="Picture 21" descr="slide1_图片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2331720" cy="41879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80" y="59070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图：测试工位载具实拍（原图标注 ①）</a:t>
            </a:r>
          </a:p>
        </p:txBody>
      </p:sp>
      <p:pic>
        <p:nvPicPr>
          <p:cNvPr id="24" name="Picture 23" descr="slide1_图片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645920"/>
            <a:ext cx="2514600" cy="17556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98280" y="347472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图：气动构件 · 零漏/标漏（原图标注 ③）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Luna 测试工装问题点汇总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6473952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A 类 · 进出料与定位  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24F"/>
                </a:solidFill>
                <a:latin typeface="Microsoft YaHei"/>
                <a:ea typeface="Microsoft YaHei"/>
              </a:rPr>
              <a:t>压合与销钉配合：3 项问题集中于压块销钉与衬套配合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46E"/>
                </a:solidFill>
                <a:latin typeface="Microsoft YaHei"/>
                <a:ea typeface="Microsoft YaHei"/>
              </a:rPr>
              <a:t>B 类 · 涉及压块、大障板衬套与测试载具前端销钉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105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压块销钉过短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9424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压块与载具压合时，压块上的销钉过短，压合定位不可靠。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7977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位置：压块与载具压合面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18688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40156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832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衬套与销钉配合卡塞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大障板上的衬套与测试载具前端的销钉配合时卡塞，装配不顺畅。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5254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位置：大障板衬套 × 载具前端销钉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91456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974336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Q9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9560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衬套安装孔偏浅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大障板衬套安装孔偏浅，衬套无法装平。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2531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位置：大障板衬套安装孔</a:t>
            </a:r>
          </a:p>
        </p:txBody>
      </p:sp>
      <p:pic>
        <p:nvPicPr>
          <p:cNvPr id="22" name="Picture 21" descr="slide2_图片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91640"/>
            <a:ext cx="4892040" cy="40142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75120" y="577900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图：气动工装治具实拍（含压合 / 定位结构，原图标注 ①④）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Luna 测试工装问题点汇总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73952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B 类 · 压合与销钉配合  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24F"/>
                </a:solidFill>
                <a:latin typeface="Microsoft YaHei"/>
                <a:ea typeface="Microsoft YaHei"/>
              </a:rPr>
              <a:t>结构与加工工艺：3 项问题集中于结构设计与加工缺陷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46E"/>
                </a:solidFill>
                <a:latin typeface="Microsoft YaHei"/>
                <a:ea typeface="Microsoft YaHei"/>
              </a:rPr>
              <a:t>C 类 · 涉及硅胶安装块、小气缸传感器与螺丝孔位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105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硅胶安装块倒角不足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9424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硅胶安装块口部倒角不够，安装时容易将硅胶挤裂，导致漏气。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7977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位置：硅胶安装块口部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18688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40156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Q7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832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传感器无出线孔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测试载具小气缸传感器没有出线孔，布线受限。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5254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位置：测试载具小气缸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91456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974336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Q8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9560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螺丝孔开裂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测试载具上的螺丝孔存在开裂情况，紧固可靠性受影响。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2531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位置：测试载具螺丝孔位</a:t>
            </a:r>
          </a:p>
        </p:txBody>
      </p:sp>
      <p:pic>
        <p:nvPicPr>
          <p:cNvPr id="22" name="Picture 21" descr="slide2_图片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91640"/>
            <a:ext cx="4892040" cy="3063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75120" y="482803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AC"/>
                </a:solidFill>
                <a:latin typeface="Microsoft YaHei"/>
                <a:ea typeface="Microsoft YaHei"/>
              </a:rPr>
              <a:t>图：定位 / 测试工装治具实拍（原图标注 ②⑤）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Luna 测试工装问题点汇总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73952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C 类 · 结构与加工工艺   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24F"/>
                </a:solidFill>
                <a:latin typeface="Microsoft YaHei"/>
                <a:ea typeface="Microsoft YaHei"/>
              </a:rPr>
              <a:t>建议按类闭环整改：定位结构优先，配合精度与工艺缺陷并行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46E"/>
                </a:solidFill>
                <a:latin typeface="Microsoft YaHei"/>
                <a:ea typeface="Microsoft YaHei"/>
              </a:rPr>
              <a:t>整改方向为工程建议；具体方案、责任人与完成时间待工程团队评审确认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11704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56232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19656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进出料与定位稳定性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87452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高优先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21992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① 载具前端增设阻挡 / 导向结构，防止产品进出跑偏；② 加强零漏/标漏固定，避免进出掉出；③ 校准前推腔体销钉与定位孔水平高度。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08376"/>
            <a:ext cx="10972800" cy="11704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172968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36392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压合与销钉配合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19125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中优先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38728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① 加长压块销钉至有效配合长度；② 优化衬套与销钉配合公差，消除卡塞；③ 加深大障板衬套安装孔，保证装平。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25112"/>
            <a:ext cx="10972800" cy="117043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489704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4C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53128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结构与加工工艺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450799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4C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按排期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55464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B2B2B"/>
                </a:solidFill>
                <a:latin typeface="Microsoft YaHei"/>
                <a:ea typeface="Microsoft YaHei"/>
              </a:rPr>
              <a:t>① 加大硅胶安装块口部倒角，防止挤裂漏气；② 增设小气缸传感器出线孔；③ 修复或更换开裂螺丝孔位。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41848"/>
            <a:ext cx="10972800" cy="603504"/>
          </a:xfrm>
          <a:prstGeom prst="roundRect">
            <a:avLst>
              <a:gd name="adj" fmla="val 8000"/>
            </a:avLst>
          </a:prstGeom>
          <a:solidFill>
            <a:srgbClr val="FFF7E0"/>
          </a:solidFill>
          <a:ln w="12700">
            <a:solidFill>
              <a:srgbClr val="E0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6D1F"/>
                </a:solidFill>
                <a:latin typeface="Microsoft YaHei"/>
                <a:ea typeface="Microsoft YaHei"/>
              </a:rPr>
              <a:t>待确认：整改责任部门 / 完成时间 / 复测标准 —— 建议评审后排期，9 项问题逐项闭环。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Luna 测试工装问题点汇总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73952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3AC"/>
                </a:solidFill>
                <a:latin typeface="Microsoft YaHei"/>
                <a:ea typeface="Microsoft YaHei"/>
              </a:rPr>
              <a:t>整改建议  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